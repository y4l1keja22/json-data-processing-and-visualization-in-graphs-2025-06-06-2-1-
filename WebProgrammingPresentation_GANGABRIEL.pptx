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70" r:id="rId4"/>
    <p:sldId id="259" r:id="rId5"/>
    <p:sldId id="261" r:id="rId6"/>
    <p:sldId id="263" r:id="rId7"/>
    <p:sldId id="265" r:id="rId8"/>
    <p:sldId id="266" r:id="rId9"/>
    <p:sldId id="264" r:id="rId10"/>
    <p:sldId id="267" r:id="rId11"/>
    <p:sldId id="262" r:id="rId12"/>
    <p:sldId id="268" r:id="rId13"/>
    <p:sldId id="269" r:id="rId14"/>
    <p:sldId id="271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E2E30-E75B-4C86-85B9-42E2E700D6D7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2678C-2E2F-4647-BE86-088BB67A3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8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5F3-F775-82F2-584E-AACDA536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7D8BB9-E24F-52D9-DCA0-D3ABDBEC4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1A35FC-7DCF-59C5-F9FD-64F43BCD7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“UPDATE </a:t>
            </a:r>
            <a:r>
              <a:rPr lang="en-US" altLang="ko-KR" dirty="0" err="1"/>
              <a:t>tablename</a:t>
            </a:r>
            <a:r>
              <a:rPr lang="en-US" altLang="ko-KR" dirty="0"/>
              <a:t> SET </a:t>
            </a:r>
            <a:r>
              <a:rPr lang="en-US" altLang="ko-KR" dirty="0" err="1"/>
              <a:t>datacolumn</a:t>
            </a:r>
            <a:r>
              <a:rPr lang="en-US" altLang="ko-KR" dirty="0"/>
              <a:t>=‘hello’ datacolumn2=‘world’ WHERE id=‘3’ ” . 3 is row location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1E2C86-845C-6B22-9159-2722979EA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931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36A2-5AC5-E3F6-BC9D-6F573BE88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13FCE0-D855-6201-B073-C5D5C0EFA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C80461-1E90-83FB-339C-502BF63F2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F4996-4B0E-E19E-293F-4FCB5F895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282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48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944A-9E3A-CB78-500A-8BE2C696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9EB96B-1254-456C-4B41-45FB444B3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33702-F461-984D-9FBF-9F1DB1E1D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AD0ADA-7FA4-BFF4-09AB-29D417FD8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190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33B0-D507-4004-E56D-A2AA20E5E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EA6D8E-AEED-25B1-C44C-457DED7F1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6A47CB-84BD-A5E0-946A-CECBC9673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DF84D-F0E9-7C61-21F5-D9C31B826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74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B3BC-E09E-B6C1-79D4-4C3F4445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B325BE-5ED4-45AD-DA92-73C7EDE8F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5CE095-95BF-AC24-E5C7-8F2A2E379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E19DDD-472F-7146-9286-44E515CAB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63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BAB4-32A0-8386-F600-AC726679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A175A7-25AF-B525-AE38-215134D52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7F12D6-E34C-2D9B-0FAF-CF886B5B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C5178-0902-C1F3-E483-3516C7078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59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77715-1A55-7733-8144-26834ED5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97586D-88CA-367A-FEA4-4A008A93A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147E5B-C70D-9AC4-C0E1-8E022611D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E1327-7D8C-469D-3874-6E6964821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02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1E22-1E6E-DF0E-3D90-05FDECE6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43999D-5ADB-EBBB-14D5-A73B33060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76F96-7260-9088-6FBE-2EA0253CA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7EF9D-5599-64FE-D676-12B57D183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301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F4C4-7ED6-0BB8-40D8-7BE006A1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5B8FFB-9DD9-5AD2-D91B-AD64F760F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4C6D3F-0CAC-FC6C-B26E-E29BD29BF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3BB70-AD4E-50EE-6791-2059A389C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790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D9A7-B835-4B4E-A32B-59A2E433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07A3B-B71A-F313-24C2-4FDAE3ADA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F79174-5F71-058B-7140-0FB5B5FA7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92890-3733-3704-53B5-A5A36815D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901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12F7-2F63-180D-63E3-B3AC167F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29391-74EA-54C1-A4C7-42E439FDC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6E8D09-A088-33C9-521E-4B67C265C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E85EE-6625-6C88-59A9-E7B661611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469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1BF0-8724-D867-4A8E-9F50CBA9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8AAEA8-773A-BDC5-D2A9-097054D6A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88D2FE-9B63-2394-AC5D-75AAE4BA9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42D1EB-9797-0673-190C-5EA687B7E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A2678C-2E2F-4647-BE86-088BB67A307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715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8D830-5B45-FF5C-089B-5A85A5E96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FF7F32-7458-2D58-1D15-0DE66ACAF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EEC55-9E2F-AA5F-BCDB-328C0227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B381B4-4726-152F-C478-CCF367A2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1C34A-620D-A04B-4754-FEEE662D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14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945B7-31E7-25DA-F7D9-D0AAD402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C2E8F3-6998-B340-3392-6F281164E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24E08-63AC-439F-ED33-87D9D3AD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9A93E3-8DE1-0642-EA77-ED3CC6CD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092330-C156-E914-8161-6E4D8608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68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B97DD-F5C0-12CD-AA80-A33DE5A4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69147-60EE-C86E-BE40-7C9D49F59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6D9FB7-DC87-57B0-BF95-9B02D58A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8019FA-C626-313B-D010-C4ECEDAE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8F47E-40B1-86F8-2D09-9C79F805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8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320A-F9C9-870F-D7FA-E525054E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33F63-C5C6-3F23-BD10-2B00CB477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094561-41A9-DBDC-7C5F-BD193454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C343BD-5E9D-DDAE-4B92-F2D8D919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1DA863-649D-58C4-D75A-83F348B4A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BA11B4-761F-17D2-F6FA-0380C83B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3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8B43D-589C-147B-EBAD-E61B61571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35E6E7-CB98-B2FB-2053-9561EC361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900EF9-91F7-BEE9-6462-C73EFB657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9E76A8-5E9D-F917-D881-59EF98ED4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DFD7F7-2E72-AEDC-AC5A-03929D7E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732CC5-0B43-A367-B748-F56475FEE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76368E-A427-428C-F7D0-B2762651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4500AE-385D-9AAB-1C01-90DBC78E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97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625E9-FA3C-2009-43D9-88658EB0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6D298A-91DC-2044-6ED4-597D48D3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E6C8FE-F2D7-5A48-9329-A89865F5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8EC29B-7BFB-6EB1-9AF8-8A64FAE3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06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B07179-9C0C-7C03-2D8F-88E5EE75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ECB373-17A1-2B92-142E-033346A7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C9FA6-8B7F-9569-78C2-D44CFFA7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5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93A47-2208-032D-3107-6A27A292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2C7BAE-9B1D-9A21-367D-7C51ADDA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74CE39-3B61-ED52-A369-9BD3DC201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A76199-9BD8-6631-8882-153ACE3D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277E61-C20E-48B8-E936-6207AFDB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83C39D-E988-E5B7-971A-B136C00A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48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12298-B513-8F8E-19AA-A5DC5B49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1ACC87-B7E3-8C78-4FD3-45FE3B4B1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014403-B460-05C2-830D-1DC7E3C6F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0D35DB-8D2D-54A6-D3FC-69478ED3A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4C468B-1652-9810-AE80-7B98AA31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88D0F9-6A7C-133B-28B2-C1918291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96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D6A44-F9E1-FFE3-72AB-5DA26EB4C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BD7303-235F-2D54-2C62-EBA866B59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943C2-DE48-6608-5BF5-B74939FF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89443F-F4F1-157D-A070-516D0F5F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432F1B-35EE-3081-864D-CB5E90DD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3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FC113A-E5BA-2250-F81C-78F629270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EBACF9-2A08-E04A-13DB-3010F8E1D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2431D3-CB2F-0295-84EE-0EFAAC04E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2E914-4695-5B28-A5D0-78B1F680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28D2C-ECF2-B164-8893-BAF5604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89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BBA0D4-517F-3C2C-049E-A49E6F56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5C84E-5428-D8B6-DE09-35C6108B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BF1467-9990-B790-AC6E-71E0B78E3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E8358-CA38-4D5F-BCED-13DE23200E74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A78C73-645E-FA4D-FB69-1751F70A2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2BDB34-EF0D-1B7A-A335-1D8BB3300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3B6FC-8109-4A27-BCD5-B26415D41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49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9yE98etanU" TargetMode="External"/><Relationship Id="rId2" Type="http://schemas.openxmlformats.org/officeDocument/2006/relationships/hyperlink" Target="https://www.youtube.com/watch?v=herKZzGfEZ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9C5CC6-6F40-4DCF-B250-2BE981CE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6029" y="1302430"/>
            <a:ext cx="5145145" cy="4483168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F75F2C-15D0-444C-A904-0253BFE1E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A91BC9-DD8F-4878-B894-A30F41F8F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563" y="1187311"/>
            <a:ext cx="5089552" cy="448337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5BC3A0-BAE8-D5BC-D39A-8A71E315C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123" y="2036273"/>
            <a:ext cx="4544703" cy="27854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JSON</a:t>
            </a:r>
            <a:r>
              <a:rPr lang="en-US" altLang="ko-KR" sz="4600" dirty="0">
                <a:solidFill>
                  <a:schemeClr val="bg1"/>
                </a:solidFill>
              </a:rPr>
              <a:t> </a:t>
            </a:r>
            <a:r>
              <a:rPr lang="en-US" altLang="ko-KR" sz="4600" dirty="0">
                <a:solidFill>
                  <a:srgbClr val="FFC000"/>
                </a:solidFill>
              </a:rPr>
              <a:t>Data Processing </a:t>
            </a:r>
            <a:r>
              <a:rPr lang="en-US" altLang="ko-KR" sz="4600" dirty="0">
                <a:solidFill>
                  <a:schemeClr val="bg1"/>
                </a:solidFill>
              </a:rPr>
              <a:t>and </a:t>
            </a:r>
            <a:r>
              <a:rPr lang="en-US" altLang="ko-KR" sz="4600" dirty="0">
                <a:solidFill>
                  <a:srgbClr val="FFC000"/>
                </a:solidFill>
              </a:rPr>
              <a:t>Visualization</a:t>
            </a:r>
            <a:r>
              <a:rPr lang="en-US" altLang="ko-KR" sz="4600" dirty="0">
                <a:solidFill>
                  <a:schemeClr val="bg1"/>
                </a:solidFill>
              </a:rPr>
              <a:t> in </a:t>
            </a:r>
            <a:r>
              <a:rPr lang="en-US" altLang="ko-KR" sz="4600" dirty="0">
                <a:solidFill>
                  <a:schemeClr val="accent2">
                    <a:lumMod val="75000"/>
                  </a:schemeClr>
                </a:solidFill>
              </a:rPr>
              <a:t>Graphs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C443C25A-CF50-D966-33DA-AB2D81D70713}"/>
              </a:ext>
            </a:extLst>
          </p:cNvPr>
          <p:cNvSpPr txBox="1">
            <a:spLocks/>
          </p:cNvSpPr>
          <p:nvPr/>
        </p:nvSpPr>
        <p:spPr>
          <a:xfrm>
            <a:off x="6143675" y="2797711"/>
            <a:ext cx="5791706" cy="28729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1800" dirty="0">
                <a:solidFill>
                  <a:schemeClr val="bg1"/>
                </a:solidFill>
              </a:rPr>
              <a:t>Presenter: 202439437 GANGABRIEL </a:t>
            </a:r>
            <a:r>
              <a:rPr lang="ko-KR" altLang="en-US" sz="1800" dirty="0">
                <a:solidFill>
                  <a:schemeClr val="bg1"/>
                </a:solidFill>
              </a:rPr>
              <a:t>컴퓨터공학과</a:t>
            </a:r>
            <a:endParaRPr lang="en-US" altLang="ko-KR" sz="1800" dirty="0">
              <a:solidFill>
                <a:schemeClr val="bg1"/>
              </a:solidFill>
            </a:endParaRPr>
          </a:p>
          <a:p>
            <a:pPr latinLnBrk="0"/>
            <a:endParaRPr lang="en-US" altLang="ko-KR" sz="1800" dirty="0">
              <a:solidFill>
                <a:schemeClr val="bg1"/>
              </a:solidFill>
            </a:endParaRPr>
          </a:p>
          <a:p>
            <a:pPr latinLnBrk="0"/>
            <a:r>
              <a:rPr lang="en-US" altLang="ko-KR" sz="1800" dirty="0">
                <a:solidFill>
                  <a:schemeClr val="bg1"/>
                </a:solidFill>
              </a:rPr>
              <a:t>Presentation Date: 2025-06-06</a:t>
            </a:r>
          </a:p>
          <a:p>
            <a:pPr latinLnBrk="0"/>
            <a:endParaRPr lang="en-US" altLang="ko-KR" sz="1800" dirty="0">
              <a:solidFill>
                <a:schemeClr val="bg1"/>
              </a:solidFill>
            </a:endParaRPr>
          </a:p>
          <a:p>
            <a:pPr latinLnBrk="0"/>
            <a:r>
              <a:rPr lang="en-US" altLang="ko-KR" sz="1800" dirty="0">
                <a:solidFill>
                  <a:schemeClr val="bg1"/>
                </a:solidFill>
              </a:rPr>
              <a:t>Class: Web Programming</a:t>
            </a:r>
          </a:p>
          <a:p>
            <a:pPr latinLnBrk="0"/>
            <a:endParaRPr lang="en-US" altLang="ko-KR" sz="1800" dirty="0">
              <a:solidFill>
                <a:schemeClr val="bg1"/>
              </a:solidFill>
            </a:endParaRPr>
          </a:p>
          <a:p>
            <a:pPr latinLnBrk="0"/>
            <a:r>
              <a:rPr lang="en-US" altLang="ko-KR" sz="1800" dirty="0">
                <a:solidFill>
                  <a:schemeClr val="bg1"/>
                </a:solidFill>
              </a:rPr>
              <a:t>Professor: MAJEED ABDUL</a:t>
            </a:r>
          </a:p>
          <a:p>
            <a:pPr latinLnBrk="0"/>
            <a:endParaRPr lang="en-US" altLang="ko-KR" sz="1800" dirty="0">
              <a:solidFill>
                <a:schemeClr val="bg1"/>
              </a:solidFill>
            </a:endParaRPr>
          </a:p>
          <a:p>
            <a:pPr latinLnBrk="0"/>
            <a:endParaRPr lang="en-US" altLang="ko-KR" sz="1800" dirty="0">
              <a:solidFill>
                <a:schemeClr val="bg1"/>
              </a:solidFill>
            </a:endParaRPr>
          </a:p>
        </p:txBody>
      </p:sp>
      <p:grpSp>
        <p:nvGrpSpPr>
          <p:cNvPr id="18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87475" y="33953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4736" y="823301"/>
            <a:ext cx="663342" cy="66334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4AF0D540-FCE1-4A05-A889-995E50EDE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4736" y="823301"/>
            <a:ext cx="663342" cy="66334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729" y="4580404"/>
            <a:ext cx="406409" cy="40640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5155E3F-4269-4EB6-A266-DF4A6B2AC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729" y="4580404"/>
            <a:ext cx="406409" cy="40640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A0589-62F9-7408-0224-9706D6DA4570}"/>
              </a:ext>
            </a:extLst>
          </p:cNvPr>
          <p:cNvSpPr txBox="1"/>
          <p:nvPr/>
        </p:nvSpPr>
        <p:spPr>
          <a:xfrm>
            <a:off x="8382000" y="6466896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dirty="0"/>
              <a:t>가천대학교 </a:t>
            </a:r>
            <a:r>
              <a:rPr lang="en-US" altLang="ko-KR" dirty="0"/>
              <a:t>GACHON UNIVERSITY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0ADA3-D561-FB75-B8F6-20E19EB00558}"/>
              </a:ext>
            </a:extLst>
          </p:cNvPr>
          <p:cNvSpPr txBox="1"/>
          <p:nvPr/>
        </p:nvSpPr>
        <p:spPr>
          <a:xfrm>
            <a:off x="8508275" y="6512617"/>
            <a:ext cx="446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가천대학교 </a:t>
            </a:r>
            <a:r>
              <a:rPr lang="en-US" altLang="ko-KR" dirty="0">
                <a:solidFill>
                  <a:schemeClr val="bg1"/>
                </a:solidFill>
              </a:rPr>
              <a:t>GACHON UNIVERSITY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54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39E93-0EB1-9BD1-DAA1-1AD4D673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3CB713-FD66-3C19-9AFB-C577677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87" y="895794"/>
            <a:ext cx="2699110" cy="1702973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Project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363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4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5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76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7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E9CC0-02A9-255A-B32E-F3F0931E6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866" y="1124178"/>
            <a:ext cx="7191518" cy="4351338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-&gt; Take Form data (String)</a:t>
            </a: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-&gt; Send form data to database</a:t>
            </a: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-&gt; Parse database data as JSON</a:t>
            </a:r>
          </a:p>
          <a:p>
            <a:pPr marL="0" indent="0">
              <a:buNone/>
            </a:pPr>
            <a:endParaRPr lang="en-US" altLang="ko-K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</a:rPr>
              <a:t>-&gt; Display database data in graphs/charts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4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4C7E-ECAE-F877-3A29-AA86CE0F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798A9-FFCC-B301-3AF1-70AB8C2F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678E0E-1735-4171-B291-A85094628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ACC01BB-0154-2B94-684A-555975950465}"/>
              </a:ext>
            </a:extLst>
          </p:cNvPr>
          <p:cNvSpPr/>
          <p:nvPr/>
        </p:nvSpPr>
        <p:spPr>
          <a:xfrm>
            <a:off x="113211" y="1166948"/>
            <a:ext cx="11242767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26E73-0B68-95C7-07E9-3777378AFC13}"/>
              </a:ext>
            </a:extLst>
          </p:cNvPr>
          <p:cNvSpPr txBox="1"/>
          <p:nvPr/>
        </p:nvSpPr>
        <p:spPr>
          <a:xfrm>
            <a:off x="531223" y="1393371"/>
            <a:ext cx="30023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Challenges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3C7EE-9D66-66BA-64F9-7341D0266488}"/>
              </a:ext>
            </a:extLst>
          </p:cNvPr>
          <p:cNvSpPr txBox="1"/>
          <p:nvPr/>
        </p:nvSpPr>
        <p:spPr>
          <a:xfrm>
            <a:off x="3646820" y="2090172"/>
            <a:ext cx="62199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-Label date range accustoming to dataset (moderate)</a:t>
            </a:r>
          </a:p>
          <a:p>
            <a:endParaRPr lang="en-US" altLang="ko-KR" sz="2800" dirty="0">
              <a:solidFill>
                <a:schemeClr val="bg1"/>
              </a:solidFill>
            </a:endParaRPr>
          </a:p>
          <a:p>
            <a:r>
              <a:rPr lang="en-US" altLang="ko-KR" sz="2800" dirty="0">
                <a:solidFill>
                  <a:schemeClr val="bg1"/>
                </a:solidFill>
              </a:rPr>
              <a:t>-data validation (little)</a:t>
            </a:r>
          </a:p>
          <a:p>
            <a:endParaRPr lang="en-US" altLang="ko-KR" sz="2800" dirty="0">
              <a:solidFill>
                <a:schemeClr val="bg1"/>
              </a:solidFill>
            </a:endParaRPr>
          </a:p>
          <a:p>
            <a:r>
              <a:rPr lang="en-US" altLang="ko-KR" sz="2800" dirty="0">
                <a:solidFill>
                  <a:schemeClr val="bg1"/>
                </a:solidFill>
              </a:rPr>
              <a:t>-JSON traversing (little)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79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2F3F9B-22BC-57F4-C5E7-0BF6A0B7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79" y="1089683"/>
            <a:ext cx="3452216" cy="124674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What is JSON?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4FDEE-BB57-0859-23B8-2777CEB33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655" y="2336427"/>
            <a:ext cx="5660831" cy="3241349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JavaScript Object Notation</a:t>
            </a:r>
          </a:p>
          <a:p>
            <a:r>
              <a:rPr lang="en-US" altLang="ko-KR" dirty="0">
                <a:solidFill>
                  <a:schemeClr val="bg1"/>
                </a:solidFill>
              </a:rPr>
              <a:t>Language independent text format used for storing and transporting data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424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5D9C5-D2E1-B221-40C2-2D87073B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BF0E1D-A33C-A390-FF78-F90F6570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BED85A-DB83-814B-62D4-CE0F2E1F6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106" y="1747072"/>
            <a:ext cx="6850284" cy="43513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Html form file takes id, date, income, comment data then displays it in JSON format a &lt;tag&gt; using </a:t>
            </a:r>
            <a:r>
              <a:rPr lang="en-US" altLang="ko-KR" dirty="0" err="1">
                <a:solidFill>
                  <a:schemeClr val="bg1"/>
                </a:solidFill>
              </a:rPr>
              <a:t>js</a:t>
            </a:r>
            <a:r>
              <a:rPr lang="en-US" altLang="ko-KR" dirty="0">
                <a:solidFill>
                  <a:schemeClr val="bg1"/>
                </a:solidFill>
              </a:rPr>
              <a:t> file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Filters, Validates and saves the form data to </a:t>
            </a:r>
            <a:r>
              <a:rPr lang="en-US" altLang="ko-KR" dirty="0" err="1">
                <a:solidFill>
                  <a:schemeClr val="bg1"/>
                </a:solidFill>
              </a:rPr>
              <a:t>php</a:t>
            </a:r>
            <a:r>
              <a:rPr lang="en-US" altLang="ko-KR" dirty="0">
                <a:solidFill>
                  <a:schemeClr val="bg1"/>
                </a:solidFill>
              </a:rPr>
              <a:t> database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602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B7C6-6675-03A4-1498-BC618EC1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B41C6-0E83-2150-7AD6-E95EF70F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F35E69-21F5-CBE7-7096-60A228B8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9D0166C-1106-353E-05B2-A832691690D5}"/>
              </a:ext>
            </a:extLst>
          </p:cNvPr>
          <p:cNvSpPr/>
          <p:nvPr/>
        </p:nvSpPr>
        <p:spPr>
          <a:xfrm>
            <a:off x="3570515" y="1018903"/>
            <a:ext cx="7672252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DD2C52D-B80E-ACAB-71EB-28675DFCF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701" y="862149"/>
            <a:ext cx="8669373" cy="550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1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E3E1-933D-9C66-20B9-30E856BD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E2164-0363-9179-E16E-5B3DE026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F9E6ED-84F7-9B88-B2D3-F0604626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469B5A5-D561-C365-587A-7C1B897379D8}"/>
              </a:ext>
            </a:extLst>
          </p:cNvPr>
          <p:cNvSpPr/>
          <p:nvPr/>
        </p:nvSpPr>
        <p:spPr>
          <a:xfrm>
            <a:off x="3570515" y="1018903"/>
            <a:ext cx="7672252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A27AEB-3006-9172-96E7-54517E35D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848" y="1227909"/>
            <a:ext cx="8693226" cy="522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094E-4687-CA44-3880-E8D9848E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8F206-402A-2DEC-8DBE-B7EC124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BB2FB9-2488-2B95-6711-8A598ACE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9B26722-329B-BAC0-05D1-9F09A9580248}"/>
              </a:ext>
            </a:extLst>
          </p:cNvPr>
          <p:cNvSpPr/>
          <p:nvPr/>
        </p:nvSpPr>
        <p:spPr>
          <a:xfrm>
            <a:off x="3570515" y="1018903"/>
            <a:ext cx="7672252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050135-BA85-44F9-9AF4-CE993C432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792" y="1018904"/>
            <a:ext cx="8641574" cy="524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2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06D9-5258-B6C6-1A56-7BBA649C0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9EE0D-933C-EFAA-759C-C43A10FA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26A0B8-6913-6026-4606-ECA29EF4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4B41BBC-C475-C565-AD01-5E2D20A12169}"/>
              </a:ext>
            </a:extLst>
          </p:cNvPr>
          <p:cNvSpPr/>
          <p:nvPr/>
        </p:nvSpPr>
        <p:spPr>
          <a:xfrm>
            <a:off x="3570515" y="1018903"/>
            <a:ext cx="7672252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B60E7E-9CF8-24FC-4CC6-EE7C34055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096" y="1111535"/>
            <a:ext cx="8862435" cy="52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0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93C7-57AB-363D-51FB-7DB1351D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18A48-DA43-5D45-35DB-96FDA503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96200A-E064-D591-C96F-DCB8A7AE7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60607B4-D02A-0AD0-9151-B9E3F0286619}"/>
              </a:ext>
            </a:extLst>
          </p:cNvPr>
          <p:cNvSpPr/>
          <p:nvPr/>
        </p:nvSpPr>
        <p:spPr>
          <a:xfrm>
            <a:off x="3570515" y="1018903"/>
            <a:ext cx="7672252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C19BD8-7A14-7102-0113-AC43129F9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066" y="870857"/>
            <a:ext cx="8632049" cy="549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1DA20-423A-C974-2E5E-C5BA69D22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D3DD93-D2F3-DAED-710F-7EBB92D0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3722"/>
            <a:ext cx="4030132" cy="243520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Visualization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2F28A-4CD4-67BA-998F-2925A1E6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921" y="2293480"/>
            <a:ext cx="5217872" cy="1070884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Displays JSON formatted database data in 6 Charts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1566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1560-8119-3E74-6D6D-BC675D73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EE788-79AA-E00F-7109-FADEF499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3722"/>
            <a:ext cx="4030132" cy="243520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Visualization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639D5-3FCF-A506-41FB-F510AE50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921" y="2293480"/>
            <a:ext cx="5217872" cy="1070884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Displays JSON formatted database data in 6 Charts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85B3C4-ACA8-FB99-81A0-ACABEC1C9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32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A1B3DDE-7CF2-63B2-C9CE-855480047B6F}"/>
              </a:ext>
            </a:extLst>
          </p:cNvPr>
          <p:cNvSpPr/>
          <p:nvPr/>
        </p:nvSpPr>
        <p:spPr>
          <a:xfrm>
            <a:off x="4467921" y="2029097"/>
            <a:ext cx="5217872" cy="18723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FE215AA-AA2D-7149-1311-8C716C3AF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803" y="904154"/>
            <a:ext cx="8288036" cy="48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47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A45F-0975-78A6-359F-A471BBCC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2E8C5-3341-54F5-96DF-AC0244079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3722"/>
            <a:ext cx="4030132" cy="243520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Visualization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7C2B2-9B9B-A34C-CC48-0EB97EB9D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921" y="2293480"/>
            <a:ext cx="5217872" cy="1070884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Displays JSON formatted database data in 6 Charts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BDF939-66EB-7BC4-6B24-F787AB075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32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8E47D4B-A5F0-E6FF-CA8F-59C25A214031}"/>
              </a:ext>
            </a:extLst>
          </p:cNvPr>
          <p:cNvSpPr/>
          <p:nvPr/>
        </p:nvSpPr>
        <p:spPr>
          <a:xfrm>
            <a:off x="4467921" y="2029097"/>
            <a:ext cx="5217872" cy="187234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649877-4E57-4705-14B8-D1DFB2545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676" y="915472"/>
            <a:ext cx="8382619" cy="497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6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C1BB-590F-C964-3343-48264DB8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D7FB0-6D69-747B-6F9C-F541F867C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9" y="493176"/>
            <a:ext cx="3370419" cy="2726298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JSON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Data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Processing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39BE4F-C981-D400-882E-6007B8AE1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108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33CC47C-BFCD-9746-201F-0AD05D372F1A}"/>
              </a:ext>
            </a:extLst>
          </p:cNvPr>
          <p:cNvSpPr/>
          <p:nvPr/>
        </p:nvSpPr>
        <p:spPr>
          <a:xfrm>
            <a:off x="200297" y="1166948"/>
            <a:ext cx="11242767" cy="3805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D5115-F105-E8F7-9B48-CB632FF64ECB}"/>
              </a:ext>
            </a:extLst>
          </p:cNvPr>
          <p:cNvSpPr txBox="1"/>
          <p:nvPr/>
        </p:nvSpPr>
        <p:spPr>
          <a:xfrm>
            <a:off x="531223" y="1393371"/>
            <a:ext cx="6422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Future Enhancement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C8417-3DE7-87DC-0844-A3652CBDCE00}"/>
              </a:ext>
            </a:extLst>
          </p:cNvPr>
          <p:cNvSpPr txBox="1"/>
          <p:nvPr/>
        </p:nvSpPr>
        <p:spPr>
          <a:xfrm>
            <a:off x="2624597" y="2389235"/>
            <a:ext cx="62233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-Overall broader subject, by traversing/modifying/using multi-dimensional JSON file. Such as adding monthly key for daily keys</a:t>
            </a:r>
          </a:p>
        </p:txBody>
      </p:sp>
    </p:spTree>
    <p:extLst>
      <p:ext uri="{BB962C8B-B14F-4D97-AF65-F5344CB8AC3E}">
        <p14:creationId xmlns:p14="http://schemas.microsoft.com/office/powerpoint/2010/main" val="2159845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F29D6-0969-F0F9-4A19-27A91DB5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D752E2-0F94-7D6B-AF6D-7FC5F6144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761820"/>
          </a:xfrm>
        </p:spPr>
        <p:txBody>
          <a:bodyPr>
            <a:normAutofit/>
          </a:bodyPr>
          <a:lstStyle/>
          <a:p>
            <a:r>
              <a:rPr lang="en-US" altLang="ko-KR" dirty="0">
                <a:hlinkClick r:id="rId2"/>
              </a:rPr>
              <a:t>https://www.youtube.com/watch?v=herKZzGfEZY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=&gt; How to Display MySQL Database Data in Chart.js Using PHP and JavaScript</a:t>
            </a:r>
          </a:p>
          <a:p>
            <a:r>
              <a:rPr lang="en-US" altLang="ko-KR" dirty="0">
                <a:hlinkClick r:id="rId3"/>
              </a:rPr>
              <a:t>https://www.youtube.com/watch?v=Y9yE98etanU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 Save HTML Form Data to a MySQL Database using PHP</a:t>
            </a:r>
          </a:p>
        </p:txBody>
      </p:sp>
    </p:spTree>
    <p:extLst>
      <p:ext uri="{BB962C8B-B14F-4D97-AF65-F5344CB8AC3E}">
        <p14:creationId xmlns:p14="http://schemas.microsoft.com/office/powerpoint/2010/main" val="2262719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299</Words>
  <Application>Microsoft Office PowerPoint</Application>
  <PresentationFormat>와이드스크린</PresentationFormat>
  <Paragraphs>66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JSON Data Processing and Visualization in Graphs</vt:lpstr>
      <vt:lpstr>Project</vt:lpstr>
      <vt:lpstr>JSON Data Processing</vt:lpstr>
      <vt:lpstr>What is JSON?</vt:lpstr>
      <vt:lpstr>JSON Data Processing</vt:lpstr>
      <vt:lpstr>JSON Data Processing</vt:lpstr>
      <vt:lpstr>JSON Data Processing</vt:lpstr>
      <vt:lpstr>JSON Data Processing</vt:lpstr>
      <vt:lpstr>JSON Data Processing</vt:lpstr>
      <vt:lpstr>JSON Data Processing</vt:lpstr>
      <vt:lpstr>Visualization</vt:lpstr>
      <vt:lpstr>Visualization</vt:lpstr>
      <vt:lpstr>Visualization</vt:lpstr>
      <vt:lpstr>JSON Data Processing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간가브리엘</dc:creator>
  <cp:lastModifiedBy>간가브리엘</cp:lastModifiedBy>
  <cp:revision>25</cp:revision>
  <dcterms:created xsi:type="dcterms:W3CDTF">2025-05-23T05:07:23Z</dcterms:created>
  <dcterms:modified xsi:type="dcterms:W3CDTF">2025-06-06T07:08:12Z</dcterms:modified>
</cp:coreProperties>
</file>